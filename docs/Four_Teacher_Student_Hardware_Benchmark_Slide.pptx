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5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Four Teacher-Distilled Student Models: Hardware Benchmark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84632"/>
            <a:ext cx="11658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B5563"/>
                </a:solidFill>
              </a:defRPr>
            </a:pPr>
            <a:r>
              <a:t>All four exported students: 96 x 96 x 3 INT8 input, 22,728-byte model, 204,800-byte tensor arena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868680"/>
          <a:ext cx="11914631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170432"/>
                <a:gridCol w="1143000"/>
                <a:gridCol w="566928"/>
                <a:gridCol w="1874519"/>
                <a:gridCol w="1051560"/>
                <a:gridCol w="4873752"/>
              </a:tblGrid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Teacher used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for student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Hardware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FPS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RAM usage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Model / Arena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Benchmark note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ResNet50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ESP32-S3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Wokwi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24,880 B static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+ 204,800 B arena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~70% effective SRAM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Measured in Wokwi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sim latency ~48.39 s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ResNet50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M5Stack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CoreS3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Same ESP32-S3 class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 arena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PSRAM available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Expected same core result;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more comfortable memory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ResNet50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Raspberry Pi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Pico RP2040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~43.4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23.04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251,568 / 270,336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93.1% RAM used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MobileNetV3 measured;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others same architecture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EfficientNetB0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ESP32-S3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Wokwi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24,880 B static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+ 204,800 B arena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~70% effective SRAM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Measured in Wokwi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sim latency ~48.39 s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EfficientNetB0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M5Stack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CoreS3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Same ESP32-S3 class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 arena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PSRAM available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Expected same core result;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more comfortable memory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EfficientNetB0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Raspberry Pi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Pico RP2040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~43.4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23.04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251,568 / 270,336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93.1% RAM used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MobileNetV3 measured;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others same architecture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MobileNetV3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ESP32-S3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Wokwi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24,880 B static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+ 204,800 B arena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~70% effective SRAM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Measured in Wokwi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sim latency ~48.39 s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MobileNetV3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M5Stack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CoreS3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Same ESP32-S3 class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 arena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PSRAM available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Expected same core result;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more comfortable memory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MobileNetV3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Raspberry Pi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Pico RP2040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~43.4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23.04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251,568 / 270,336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93.1% RAM used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MobileNetV3 measured;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others same architecture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ConvNeXt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ESP32-S3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Wokwi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24,880 B static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+ 204,800 B arena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~70% effective SRAM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Measured in Wokwi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sim latency ~48.39 s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ConvNeXt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M5Stack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CoreS3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Same ESP32-S3 class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 arena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PSRAM available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Expected same core result;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more comfortable memory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ConvNeXt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Raspberry Pi</a:t>
                      </a:r>
                    </a:p>
                    <a:p>
                      <a:pPr algn="ctr"/>
                      <a:r>
                        <a:rPr sz="595" b="1">
                          <a:solidFill>
                            <a:srgbClr val="111827"/>
                          </a:solidFill>
                        </a:rPr>
                        <a:t>Pico RP2040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~43.4 ms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23.04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251,568 / 270,336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93.1% RAM used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595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MobileNetV3 measured;</a:t>
                      </a:r>
                    </a:p>
                    <a:p>
                      <a:pPr algn="l"/>
                      <a:r>
                        <a:rPr sz="595" b="0">
                          <a:solidFill>
                            <a:srgbClr val="111827"/>
                          </a:solidFill>
                        </a:rPr>
                        <a:t>others same architecture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2880" y="6245352"/>
            <a:ext cx="1184148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69" b="1">
                <a:solidFill>
                  <a:srgbClr val="1F4E79"/>
                </a:solidFill>
              </a:defRPr>
            </a:pPr>
            <a:r>
              <a:t>Conclusion: RP2040 Pico gives the fastest Wokwi-estimated latency but uses 93.1% RAM. ESP32-S3/M5Stack are slower in Wokwi estimates, but M5Stack/ESP32-S3 with PSRAM is more comfortable for final hardware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