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4E79"/>
                </a:solidFill>
              </a:defRPr>
            </a:pPr>
            <a:r>
              <a:t>Where the Student CNN and Knowledge Distillation Are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1338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B5563"/>
                </a:solidFill>
              </a:defRPr>
            </a:pPr>
            <a:r>
              <a:t>File: C:\Users\HP\Downloads\state-farm-distracted-driver-detection\distill_from_tflite_teacher.py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60120"/>
          <a:ext cx="1175003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417320"/>
                <a:gridCol w="2880360"/>
                <a:gridCol w="5577840"/>
              </a:tblGrid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What it proves</a:t>
                      </a:r>
                    </a:p>
                  </a:txBody>
                  <a:tcPr marL="36576" marR="36576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Code location</a:t>
                      </a:r>
                    </a:p>
                  </a:txBody>
                  <a:tcPr marL="36576" marR="36576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Key code / function</a:t>
                      </a:r>
                    </a:p>
                  </a:txBody>
                  <a:tcPr marL="36576" marR="36576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</a:rPr>
                        <a:t>Meaning in the project</a:t>
                      </a:r>
                    </a:p>
                  </a:txBody>
                  <a:tcPr marL="36576" marR="36576" marT="18288" marB="18288">
                    <a:solidFill>
                      <a:srgbClr val="1F4E79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Teacher soft labels are cached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Lines 157-166, 383-384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cache_teacher_probs(...)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train_probs / val_probs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Teacher runs once and stores probability vectors as .npy files, so the student can reuse teacher knowledge every epoch.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Student receives hard + soft targets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Lines 182-190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{"hard_label": label,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 "soft_label": soft}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Each training sample gives the student the true class plus the teacher probability distribution.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Student is small depthwise CNN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Lines 198-216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build_student(...)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Conv2D + DepthwiseConv2D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+ 1x1 Conv blocks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This is the TinyML student architecture. It replaces heavy teacher backbones with lightweight separable convolution blocks.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Hard-label loss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 223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SparseCategoricalCrossentropy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(from_logits=True)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Supervised learning from the true State Farm class labels.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Soft-label distillation loss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 224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KLDivergence()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Response-based knowledge distillation: student learns the teacher probability pattern, not only the top class.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Temperature softening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Lines 248-251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teacher_probs^(1/T)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softmax(student_logits / T)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Temperature makes the class distribution softer so similarity between classes can transfer from teacher to student.</a:t>
                      </a:r>
                    </a:p>
                  </a:txBody>
                  <a:tcPr marL="36576" marR="36576" marT="9144" marB="9144">
                    <a:solidFill>
                      <a:srgbClr val="FEF9C3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Combined KD objective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 253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loss = alpha * hard_loss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+ (1-alpha) * distill_loss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Final training objective combines true-label accuracy and teacher knowledge.</a:t>
                      </a:r>
                    </a:p>
                  </a:txBody>
                  <a:tcPr marL="36576" marR="36576" marT="9144" marB="9144">
                    <a:solidFill>
                      <a:srgbClr val="DCFCE7"/>
                    </a:solidFill>
                  </a:tcPr>
                </a:tc>
              </a:tr>
              <a:tr h="553720"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Hyperparameters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1">
                          <a:solidFill>
                            <a:srgbClr val="111827"/>
                          </a:solidFill>
                        </a:rPr>
                        <a:t>Lines 450-457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size=96, channels=3, width=10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batch=32, epochs=60</a:t>
                      </a:r>
                    </a:p>
                    <a:p>
                      <a:pPr algn="ctr"/>
                      <a:r>
                        <a:rPr sz="735" b="0">
                          <a:solidFill>
                            <a:srgbClr val="111827"/>
                          </a:solidFill>
                        </a:rPr>
                        <a:t>lr=1e-3, T=4.0, alpha=0.45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735" b="0">
                          <a:solidFill>
                            <a:srgbClr val="111827"/>
                          </a:solidFill>
                        </a:rPr>
                        <a:t>These values define the final 96 RGB student and the distillation behavior used for training.</a:t>
                      </a:r>
                    </a:p>
                  </a:txBody>
                  <a:tcPr marL="36576" marR="36576" marT="9144" marB="914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20040" y="6108192"/>
            <a:ext cx="11548872" cy="502920"/>
          </a:xfrm>
          <a:prstGeom prst="roundRect">
            <a:avLst/>
          </a:prstGeom>
          <a:solidFill>
            <a:srgbClr val="EBF8FF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F4E79"/>
                </a:solidFill>
              </a:defRPr>
            </a:pPr>
            <a:r>
              <a:t>Distillation used: response-based soft-label KD with KL divergence + hard-label cross entropy. Formula in code line 253: loss = alpha * hard_loss + (1 - alpha) * distill_loss, with T = 4.0 and alpha = 0.45.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